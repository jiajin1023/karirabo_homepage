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0688955" cy="15123795"/>
  <p:notesSz cx="15123795" cy="1068895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8CD45A">
              <a:alpha val="12000"/>
            </a:srgbClr>
          </a:solidFill>
          <a:ln w="12700">
            <a:solidFill>
              <a:srgbClr val="8CD45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2070080"/>
            <a:ext cx="4114800" cy="4114800"/>
          </a:xfrm>
          <a:prstGeom prst="ellipse">
            <a:avLst/>
          </a:prstGeom>
          <a:solidFill>
            <a:srgbClr val="52B835">
              <a:alpha val="10000"/>
            </a:srgbClr>
          </a:solidFill>
          <a:ln w="12700">
            <a:solidFill>
              <a:srgbClr val="52B835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457200"/>
            <a:ext cx="2286000" cy="2286000"/>
          </a:xfrm>
          <a:prstGeom prst="ellipse">
            <a:avLst/>
          </a:prstGeom>
          <a:solidFill>
            <a:srgbClr val="8CD45A">
              <a:alpha val="12000"/>
            </a:srgbClr>
          </a:solidFill>
          <a:ln w="12700">
            <a:solidFill>
              <a:srgbClr val="8CD45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689336" cy="182880"/>
          </a:xfrm>
          <a:prstGeom prst="rect">
            <a:avLst/>
          </a:prstGeom>
          <a:solidFill>
            <a:srgbClr val="2E8C30"/>
          </a:solidFill>
          <a:ln w="12700">
            <a:solidFill>
              <a:srgbClr val="2E8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"/>
            <a:ext cx="10689336" cy="54864"/>
          </a:xfrm>
          <a:prstGeom prst="rect">
            <a:avLst/>
          </a:prstGeom>
          <a:solidFill>
            <a:srgbClr val="8CD45A">
              <a:alpha val="60000"/>
            </a:srgbClr>
          </a:solidFill>
          <a:ln w="12700">
            <a:solidFill>
              <a:srgbClr val="8CD45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4904720"/>
            <a:ext cx="10689336" cy="219456"/>
          </a:xfrm>
          <a:prstGeom prst="rect">
            <a:avLst/>
          </a:prstGeom>
          <a:solidFill>
            <a:srgbClr val="2E8C30"/>
          </a:solidFill>
          <a:ln w="12700">
            <a:solidFill>
              <a:srgbClr val="2E8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347472"/>
            <a:ext cx="822960" cy="822960"/>
          </a:xfrm>
          <a:prstGeom prst="ellipse">
            <a:avLst/>
          </a:prstGeom>
          <a:solidFill>
            <a:srgbClr val="52B835"/>
          </a:solidFill>
          <a:ln w="12700">
            <a:solidFill>
              <a:srgbClr val="2E8C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7472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0233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SCIENCE EVENT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841248"/>
            <a:ext cx="987552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A3A1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化学で遊ぼう！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411480" y="1901952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手作り体験イベント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A6A4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〜 見て・触って・作って学ぶ理科の時間 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1480" y="2999105"/>
            <a:ext cx="9857105" cy="1115060"/>
          </a:xfrm>
          <a:prstGeom prst="rect">
            <a:avLst/>
          </a:prstGeom>
          <a:solidFill>
            <a:srgbClr val="2E8C30"/>
          </a:solidFill>
          <a:ln w="12700">
            <a:solidFill>
              <a:srgbClr val="2E8C3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999105"/>
            <a:ext cx="146685" cy="1092200"/>
          </a:xfrm>
          <a:prstGeom prst="rect">
            <a:avLst/>
          </a:prstGeom>
          <a:solidFill>
            <a:srgbClr val="E09018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240" y="3113405"/>
            <a:ext cx="59436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📅  2025年5月30日（土）</a:t>
            </a:r>
            <a:endParaRPr lang="en-US" sz="1900" b="1" dirty="0">
              <a:solidFill>
                <a:srgbClr val="FFFFFF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  <a:p>
            <a:pPr marL="0" indent="0" algn="l">
              <a:buNone/>
            </a:pPr>
            <a:r>
              <a:rPr lang="ja-JP" altLang="en-US" sz="1900" dirty="0">
                <a:solidFill>
                  <a:schemeClr val="bg1"/>
                </a:solidFill>
              </a:rPr>
              <a:t>●</a:t>
            </a:r>
            <a:r>
              <a:rPr lang="ja-JP" altLang="en-US" sz="2000" b="1" dirty="0">
                <a:solidFill>
                  <a:schemeClr val="bg1"/>
                </a:solidFill>
              </a:rPr>
              <a:t>締め切り：５月</a:t>
            </a:r>
            <a:r>
              <a:rPr lang="en-US" altLang="ja-JP" sz="2000" b="1" dirty="0">
                <a:solidFill>
                  <a:schemeClr val="bg1"/>
                </a:solidFill>
              </a:rPr>
              <a:t>25</a:t>
            </a:r>
            <a:r>
              <a:rPr lang="ja-JP" altLang="en-US" sz="2000" b="1" dirty="0">
                <a:solidFill>
                  <a:schemeClr val="bg1"/>
                </a:solidFill>
              </a:rPr>
              <a:t>日</a:t>
            </a:r>
            <a:endParaRPr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75120" y="2999232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⏰ 所要時間：</a:t>
            </a:r>
            <a:r>
              <a:rPr lang="ja-JP" altLang="en-US" sz="18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３</a:t>
            </a:r>
            <a:r>
              <a:rPr lang="en-US" sz="18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〜</a:t>
            </a:r>
            <a:r>
              <a:rPr lang="ja-JP" altLang="en-US" sz="18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４時</a:t>
            </a:r>
            <a:r>
              <a:rPr lang="en-US" sz="18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96850" y="4361180"/>
            <a:ext cx="4983480" cy="5027930"/>
          </a:xfrm>
          <a:prstGeom prst="rect">
            <a:avLst/>
          </a:prstGeom>
          <a:solidFill>
            <a:srgbClr val="FAFFF8"/>
          </a:solidFill>
          <a:ln w="25400">
            <a:solidFill>
              <a:srgbClr val="52B8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6850" y="4361180"/>
            <a:ext cx="4983480" cy="767080"/>
          </a:xfrm>
          <a:prstGeom prst="rect">
            <a:avLst/>
          </a:prstGeom>
          <a:solidFill>
            <a:srgbClr val="2E8C30"/>
          </a:solidFill>
          <a:ln w="12700">
            <a:solidFill>
              <a:srgbClr val="2E8C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" y="4471035"/>
            <a:ext cx="438785" cy="5105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D4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425" y="4471035"/>
            <a:ext cx="438785" cy="510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C30"/>
                </a:solidFill>
              </a:rPr>
              <a:t>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065" y="4434205"/>
            <a:ext cx="4160520" cy="5956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酸で文字が浮かび上がる！</a:t>
            </a:r>
            <a:endParaRPr lang="en-US" sz="20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0985" y="5111115"/>
            <a:ext cx="4855210" cy="269748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57505" y="8013065"/>
            <a:ext cx="201295" cy="234315"/>
          </a:xfrm>
          <a:prstGeom prst="ellipse">
            <a:avLst/>
          </a:prstGeom>
          <a:solidFill>
            <a:srgbClr val="52B835"/>
          </a:solidFill>
          <a:ln w="12700">
            <a:solidFill>
              <a:srgbClr val="52B8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0240" y="7967345"/>
            <a:ext cx="4434840" cy="4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うがい薬のヨウ素（I₂）を使った実験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57505" y="8397240"/>
            <a:ext cx="201295" cy="234315"/>
          </a:xfrm>
          <a:prstGeom prst="ellipse">
            <a:avLst/>
          </a:prstGeom>
          <a:solidFill>
            <a:srgbClr val="52B835"/>
          </a:solidFill>
          <a:ln w="12700">
            <a:solidFill>
              <a:srgbClr val="52B8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0240" y="8351520"/>
            <a:ext cx="4434840" cy="4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石灰水でヨウ素を無色に変える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52425" y="8905240"/>
            <a:ext cx="201295" cy="234315"/>
          </a:xfrm>
          <a:prstGeom prst="ellipse">
            <a:avLst/>
          </a:prstGeom>
          <a:solidFill>
            <a:srgbClr val="52B835"/>
          </a:solidFill>
          <a:ln w="12700">
            <a:solidFill>
              <a:srgbClr val="52B8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6105" y="8820150"/>
            <a:ext cx="4434840" cy="4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クエン酸をスプレー → 文字が突然現れる！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61620" y="9700260"/>
            <a:ext cx="4973955" cy="457200"/>
          </a:xfrm>
          <a:prstGeom prst="rect">
            <a:avLst/>
          </a:prstGeom>
          <a:solidFill>
            <a:srgbClr val="E4F5E4"/>
          </a:solidFill>
          <a:ln w="12700">
            <a:solidFill>
              <a:srgbClr val="52B8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4993" y="9700387"/>
            <a:ext cx="4855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C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IO₃⁻+ 5I⁻+ 6H⁺→ 3I₂+</a:t>
            </a:r>
            <a:r>
              <a:rPr lang="ja-JP" altLang="en-US" sz="2000" b="1" dirty="0">
                <a:solidFill>
                  <a:srgbClr val="2E8C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　</a:t>
            </a:r>
            <a:r>
              <a:rPr lang="en-US" sz="2000" b="1" dirty="0">
                <a:solidFill>
                  <a:srgbClr val="2E8C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3H₂O</a:t>
            </a:r>
            <a:endParaRPr lang="en-US" sz="2000" b="1" dirty="0">
              <a:solidFill>
                <a:srgbClr val="2E8C30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491480" y="4361180"/>
            <a:ext cx="4983480" cy="5027930"/>
          </a:xfrm>
          <a:prstGeom prst="rect">
            <a:avLst/>
          </a:prstGeom>
          <a:solidFill>
            <a:srgbClr val="FAFFF8"/>
          </a:solidFill>
          <a:ln w="25400">
            <a:solidFill>
              <a:srgbClr val="E0901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491480" y="4361180"/>
            <a:ext cx="4983480" cy="767080"/>
          </a:xfrm>
          <a:prstGeom prst="rect">
            <a:avLst/>
          </a:prstGeom>
          <a:solidFill>
            <a:srgbClr val="E09018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46420" y="4471035"/>
            <a:ext cx="438785" cy="5105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C84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46420" y="4471035"/>
            <a:ext cx="438785" cy="510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9018"/>
                </a:solidFill>
              </a:rPr>
              <a:t>②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195060" y="4434205"/>
            <a:ext cx="4160520" cy="5956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石鹸から蝋燭を作る！</a:t>
            </a:r>
            <a:endParaRPr lang="en-US" sz="20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54980" y="5111115"/>
            <a:ext cx="4855210" cy="2689225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651500" y="8013065"/>
            <a:ext cx="201295" cy="234315"/>
          </a:xfrm>
          <a:prstGeom prst="ellipse">
            <a:avLst/>
          </a:prstGeom>
          <a:solidFill>
            <a:srgbClr val="E09018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44235" y="7967345"/>
            <a:ext cx="4434840" cy="4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石鹸を酸で分解して脂肪酸を取り出す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5651500" y="8397240"/>
            <a:ext cx="201295" cy="234315"/>
          </a:xfrm>
          <a:prstGeom prst="ellipse">
            <a:avLst/>
          </a:prstGeom>
          <a:solidFill>
            <a:srgbClr val="E09018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944235" y="8351520"/>
            <a:ext cx="4434840" cy="4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色・香りをつけてオリジナル蝋燭に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5651500" y="8780780"/>
            <a:ext cx="201295" cy="234315"/>
          </a:xfrm>
          <a:prstGeom prst="ellipse">
            <a:avLst/>
          </a:prstGeom>
          <a:solidFill>
            <a:srgbClr val="E09018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44235" y="8735060"/>
            <a:ext cx="4434840" cy="4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世界に1本だけの手作り蝋燭が完成！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5500370" y="9700260"/>
            <a:ext cx="495554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555869" y="9700387"/>
            <a:ext cx="4855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901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RCOO⁻Na⁺+ H⁺→</a:t>
            </a:r>
            <a:r>
              <a:rPr lang="ja-JP" altLang="en-US" sz="2000" b="1" dirty="0">
                <a:solidFill>
                  <a:srgbClr val="E0901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　</a:t>
            </a:r>
            <a:r>
              <a:rPr lang="en-US" sz="2000" b="1" dirty="0">
                <a:solidFill>
                  <a:srgbClr val="E0901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RCOOH + Na⁺</a:t>
            </a:r>
            <a:endParaRPr lang="en-US" sz="2000" b="1" dirty="0">
              <a:solidFill>
                <a:srgbClr val="E0901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429895" y="10373868"/>
            <a:ext cx="2274570" cy="1920240"/>
          </a:xfrm>
          <a:prstGeom prst="rect">
            <a:avLst/>
          </a:prstGeom>
          <a:solidFill>
            <a:srgbClr val="CCCCCC"/>
          </a:solidFill>
          <a:ln w="19050">
            <a:solidFill>
              <a:srgbClr val="52B8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9895" y="10373868"/>
            <a:ext cx="2274570" cy="1920240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429895" y="11928348"/>
            <a:ext cx="2274570" cy="365760"/>
          </a:xfrm>
          <a:prstGeom prst="rect">
            <a:avLst/>
          </a:prstGeom>
          <a:solidFill>
            <a:srgbClr val="1A3A1A">
              <a:alpha val="72000"/>
            </a:srgbClr>
          </a:solidFill>
          <a:ln w="12700">
            <a:solidFill>
              <a:srgbClr val="1A3A1A">
                <a:alpha val="7200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29895" y="11928348"/>
            <a:ext cx="227457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うがい薬（ヨウ素）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2960497" y="10373868"/>
            <a:ext cx="2274570" cy="1920240"/>
          </a:xfrm>
          <a:prstGeom prst="rect">
            <a:avLst/>
          </a:prstGeom>
          <a:solidFill>
            <a:srgbClr val="CCCCCC"/>
          </a:solidFill>
          <a:ln w="19050">
            <a:solidFill>
              <a:srgbClr val="52B8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60497" y="10373868"/>
            <a:ext cx="2274570" cy="1920240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2960497" y="11928348"/>
            <a:ext cx="2274570" cy="365760"/>
          </a:xfrm>
          <a:prstGeom prst="rect">
            <a:avLst/>
          </a:prstGeom>
          <a:solidFill>
            <a:srgbClr val="1A3A1A">
              <a:alpha val="72000"/>
            </a:srgbClr>
          </a:solidFill>
          <a:ln w="12700">
            <a:solidFill>
              <a:srgbClr val="1A3A1A">
                <a:alpha val="72000"/>
              </a:srgbClr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2960497" y="11928348"/>
            <a:ext cx="227457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無色の液で書く</a:t>
            </a:r>
            <a:endParaRPr lang="en-US" sz="1200" dirty="0"/>
          </a:p>
        </p:txBody>
      </p:sp>
      <p:sp>
        <p:nvSpPr>
          <p:cNvPr id="54" name="Shape 48"/>
          <p:cNvSpPr/>
          <p:nvPr/>
        </p:nvSpPr>
        <p:spPr>
          <a:xfrm>
            <a:off x="5491099" y="10373868"/>
            <a:ext cx="2274570" cy="1920240"/>
          </a:xfrm>
          <a:prstGeom prst="rect">
            <a:avLst/>
          </a:prstGeom>
          <a:solidFill>
            <a:srgbClr val="CCCCCC"/>
          </a:solidFill>
          <a:ln w="19050">
            <a:solidFill>
              <a:srgbClr val="52B8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91099" y="10373868"/>
            <a:ext cx="2274570" cy="1920240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5491099" y="11928348"/>
            <a:ext cx="2274570" cy="365760"/>
          </a:xfrm>
          <a:prstGeom prst="rect">
            <a:avLst/>
          </a:prstGeom>
          <a:solidFill>
            <a:srgbClr val="1A3A1A">
              <a:alpha val="72000"/>
            </a:srgbClr>
          </a:solidFill>
          <a:ln w="12700">
            <a:solidFill>
              <a:srgbClr val="1A3A1A">
                <a:alpha val="72000"/>
              </a:srgbClr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5491099" y="11928348"/>
            <a:ext cx="227457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クレヨンで着色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8021701" y="10373868"/>
            <a:ext cx="2274570" cy="1920240"/>
          </a:xfrm>
          <a:prstGeom prst="rect">
            <a:avLst/>
          </a:prstGeom>
          <a:solidFill>
            <a:srgbClr val="CCCCCC"/>
          </a:solidFill>
          <a:ln w="19050">
            <a:solidFill>
              <a:srgbClr val="52B8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021701" y="10373868"/>
            <a:ext cx="2274570" cy="1920240"/>
          </a:xfrm>
          <a:prstGeom prst="rect">
            <a:avLst/>
          </a:prstGeom>
        </p:spPr>
      </p:pic>
      <p:sp>
        <p:nvSpPr>
          <p:cNvPr id="60" name="Shape 52"/>
          <p:cNvSpPr/>
          <p:nvPr/>
        </p:nvSpPr>
        <p:spPr>
          <a:xfrm>
            <a:off x="8021701" y="11928348"/>
            <a:ext cx="2274570" cy="365760"/>
          </a:xfrm>
          <a:prstGeom prst="rect">
            <a:avLst/>
          </a:prstGeom>
          <a:solidFill>
            <a:srgbClr val="1A3A1A">
              <a:alpha val="72000"/>
            </a:srgbClr>
          </a:solidFill>
          <a:ln w="12700">
            <a:solidFill>
              <a:srgbClr val="1A3A1A">
                <a:alpha val="72000"/>
              </a:srgbClr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8021701" y="11928348"/>
            <a:ext cx="227457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脂肪酸を分離</a:t>
            </a:r>
            <a:endParaRPr lang="en-US" sz="1200" dirty="0"/>
          </a:p>
        </p:txBody>
      </p:sp>
      <p:sp>
        <p:nvSpPr>
          <p:cNvPr id="62" name="Shape 54"/>
          <p:cNvSpPr/>
          <p:nvPr/>
        </p:nvSpPr>
        <p:spPr>
          <a:xfrm>
            <a:off x="429895" y="12721971"/>
            <a:ext cx="9857232" cy="1572768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52B8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55"/>
          <p:cNvSpPr/>
          <p:nvPr/>
        </p:nvSpPr>
        <p:spPr>
          <a:xfrm>
            <a:off x="585470" y="12760071"/>
            <a:ext cx="146304" cy="1572768"/>
          </a:xfrm>
          <a:prstGeom prst="rect">
            <a:avLst/>
          </a:prstGeom>
          <a:solidFill>
            <a:srgbClr val="52B835"/>
          </a:solidFill>
          <a:ln w="12700">
            <a:solidFill>
              <a:srgbClr val="52B835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859790" y="12869799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📋  参加・詳細情報</a:t>
            </a:r>
            <a:endParaRPr lang="en-US" sz="1500" dirty="0"/>
          </a:p>
        </p:txBody>
      </p:sp>
      <p:sp>
        <p:nvSpPr>
          <p:cNvPr id="65" name="Text 57"/>
          <p:cNvSpPr/>
          <p:nvPr/>
        </p:nvSpPr>
        <p:spPr>
          <a:xfrm>
            <a:off x="859790" y="13272135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👥 対象</a:t>
            </a:r>
            <a:endParaRPr lang="en-US" sz="1400" dirty="0"/>
          </a:p>
        </p:txBody>
      </p:sp>
      <p:sp>
        <p:nvSpPr>
          <p:cNvPr id="66" name="Text 58"/>
          <p:cNvSpPr/>
          <p:nvPr/>
        </p:nvSpPr>
        <p:spPr>
          <a:xfrm>
            <a:off x="1819910" y="13272135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中高生〜一般向け</a:t>
            </a:r>
            <a:endParaRPr lang="en-US" sz="1400" dirty="0"/>
          </a:p>
        </p:txBody>
      </p:sp>
      <p:sp>
        <p:nvSpPr>
          <p:cNvPr id="67" name="Text 59"/>
          <p:cNvSpPr/>
          <p:nvPr/>
        </p:nvSpPr>
        <p:spPr>
          <a:xfrm>
            <a:off x="3804158" y="13272135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★</a:t>
            </a:r>
            <a:r>
              <a:rPr lang="en-US" sz="14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内容</a:t>
            </a:r>
            <a:endParaRPr lang="en-US" sz="1400" dirty="0"/>
          </a:p>
        </p:txBody>
      </p:sp>
      <p:sp>
        <p:nvSpPr>
          <p:cNvPr id="68" name="Text 60"/>
          <p:cNvSpPr/>
          <p:nvPr/>
        </p:nvSpPr>
        <p:spPr>
          <a:xfrm>
            <a:off x="4864862" y="13272135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2つの実験を体験</a:t>
            </a:r>
            <a:endParaRPr lang="en-US" sz="1400" dirty="0"/>
          </a:p>
        </p:txBody>
      </p:sp>
      <p:sp>
        <p:nvSpPr>
          <p:cNvPr id="69" name="Text 61"/>
          <p:cNvSpPr/>
          <p:nvPr/>
        </p:nvSpPr>
        <p:spPr>
          <a:xfrm>
            <a:off x="859790" y="13729335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■</a:t>
            </a:r>
            <a:r>
              <a:rPr lang="en-US" sz="14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服装</a:t>
            </a:r>
            <a:endParaRPr lang="en-US" sz="1400" dirty="0"/>
          </a:p>
        </p:txBody>
      </p:sp>
      <p:sp>
        <p:nvSpPr>
          <p:cNvPr id="70" name="Text 62"/>
          <p:cNvSpPr/>
          <p:nvPr/>
        </p:nvSpPr>
        <p:spPr>
          <a:xfrm>
            <a:off x="1819910" y="13729335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動きやすい服装で</a:t>
            </a:r>
            <a:endParaRPr lang="en-US" sz="1400" dirty="0"/>
          </a:p>
        </p:txBody>
      </p:sp>
      <p:sp>
        <p:nvSpPr>
          <p:cNvPr id="71" name="Text 63"/>
          <p:cNvSpPr/>
          <p:nvPr/>
        </p:nvSpPr>
        <p:spPr>
          <a:xfrm>
            <a:off x="3804158" y="13729335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📝 備考</a:t>
            </a:r>
            <a:endParaRPr lang="en-US" sz="1400" dirty="0"/>
          </a:p>
        </p:txBody>
      </p:sp>
      <p:sp>
        <p:nvSpPr>
          <p:cNvPr id="72" name="Text 64"/>
          <p:cNvSpPr/>
          <p:nvPr/>
        </p:nvSpPr>
        <p:spPr>
          <a:xfrm>
            <a:off x="4864862" y="13729335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4A2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日程変更の可能性あり</a:t>
            </a:r>
            <a:endParaRPr lang="en-US" sz="1400" dirty="0"/>
          </a:p>
        </p:txBody>
      </p:sp>
      <p:sp>
        <p:nvSpPr>
          <p:cNvPr id="73" name="Text 65"/>
          <p:cNvSpPr/>
          <p:nvPr/>
        </p:nvSpPr>
        <p:spPr>
          <a:xfrm>
            <a:off x="411480" y="1461211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835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#化学実験　#理科あそび　#手作り体験　#うがい薬実験　#手作り蝋燭</a:t>
            </a:r>
            <a:endParaRPr lang="en-US" sz="1100" dirty="0"/>
          </a:p>
        </p:txBody>
      </p:sp>
      <p:sp>
        <p:nvSpPr>
          <p:cNvPr id="74" name="Text 66"/>
          <p:cNvSpPr/>
          <p:nvPr/>
        </p:nvSpPr>
        <p:spPr>
          <a:xfrm>
            <a:off x="7315200" y="14612112"/>
            <a:ext cx="29626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A8A6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※ 予約申請が通り次第、詳細をご案内します</a:t>
            </a:r>
            <a:endParaRPr lang="en-US" sz="1100" dirty="0"/>
          </a:p>
        </p:txBody>
      </p:sp>
      <p:sp>
        <p:nvSpPr>
          <p:cNvPr id="76" name="Text 59"/>
          <p:cNvSpPr/>
          <p:nvPr/>
        </p:nvSpPr>
        <p:spPr>
          <a:xfrm>
            <a:off x="6674993" y="13272135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ja-JP" altLang="en-US" sz="1400" b="1" dirty="0">
                <a:solidFill>
                  <a:srgbClr val="2E8C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🌙持ち物</a:t>
            </a:r>
            <a:endParaRPr lang="ja-JP" altLang="en-US" sz="1400" b="1" dirty="0">
              <a:solidFill>
                <a:srgbClr val="2E8C30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77" name="Text 60"/>
          <p:cNvSpPr/>
          <p:nvPr/>
        </p:nvSpPr>
        <p:spPr>
          <a:xfrm>
            <a:off x="7497445" y="13272135"/>
            <a:ext cx="259905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ja-JP" altLang="en-US" sz="1400" dirty="0"/>
              <a:t>石鹸・色素・</a:t>
            </a:r>
            <a:r>
              <a:rPr lang="ja-JP" altLang="en-US" sz="1400" dirty="0"/>
              <a:t>匂</a:t>
            </a:r>
            <a:endParaRPr lang="ja-JP" altLang="en-US" sz="1400" dirty="0"/>
          </a:p>
          <a:p>
            <a:pPr marL="0" indent="0">
              <a:buNone/>
            </a:pPr>
            <a:r>
              <a:rPr lang="ja-JP" altLang="en-US" sz="1400" dirty="0"/>
              <a:t>安全ゴーグル</a:t>
            </a:r>
            <a:endParaRPr lang="ja-JP" altLang="en-US" sz="1400" dirty="0"/>
          </a:p>
          <a:p>
            <a:pPr marL="0" indent="0">
              <a:buNone/>
            </a:pPr>
            <a:r>
              <a:rPr lang="ja-JP" altLang="en-US" sz="1400" dirty="0"/>
              <a:t>ゴム手袋</a:t>
            </a:r>
            <a:endParaRPr lang="ja-JP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WPS Presentation</Application>
  <PresentationFormat>On-screen Show (16:9)</PresentationFormat>
  <Paragraphs>75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メイリオ</vt:lpstr>
      <vt:lpstr>メイリオ</vt:lpstr>
      <vt:lpstr>メイリオ</vt:lpstr>
      <vt:lpstr>Courier New</vt:lpstr>
      <vt:lpstr>Courier New</vt:lpstr>
      <vt:lpstr>Courier New</vt:lpstr>
      <vt:lpstr>Calibri</vt:lpstr>
      <vt:lpstr>游ゴシック</vt:lpstr>
      <vt:lpstr>Microsoft YaHei</vt:lpstr>
      <vt:lpstr>ＭＳ Ｐゴシック</vt:lpstr>
      <vt:lpstr>Arial Unicode MS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化学で遊ぼう！イベントポスター</dc:title>
  <dc:creator>PptxGenJS</dc:creator>
  <dc:subject>PptxGenJS Presentation</dc:subject>
  <cp:lastModifiedBy>user</cp:lastModifiedBy>
  <cp:revision>3</cp:revision>
  <dcterms:created xsi:type="dcterms:W3CDTF">2026-04-08T10:45:00Z</dcterms:created>
  <dcterms:modified xsi:type="dcterms:W3CDTF">2026-04-23T16:36:28Z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1041-11.8.2.10339</vt:lpwstr>
  </property>
</Properties>
</file>